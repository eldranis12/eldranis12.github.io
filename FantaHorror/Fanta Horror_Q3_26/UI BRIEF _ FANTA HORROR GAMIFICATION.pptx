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oppins"/>
      <p:regular r:id="rId16"/>
      <p:bold r:id="rId17"/>
      <p:italic r:id="rId18"/>
      <p:boldItalic r:id="rId19"/>
    </p:embeddedFont>
    <p:embeddedFont>
      <p:font typeface="Poppins Medium"/>
      <p:regular r:id="rId20"/>
      <p:bold r:id="rId21"/>
      <p:italic r:id="rId22"/>
      <p:boldItalic r:id="rId23"/>
    </p:embeddedFont>
    <p:embeddedFont>
      <p:font typeface="Poppins ExtraBold"/>
      <p:bold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Happy Cahyadi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Medium-regular.fntdata"/><Relationship Id="rId22" Type="http://schemas.openxmlformats.org/officeDocument/2006/relationships/font" Target="fonts/PoppinsMedium-italic.fntdata"/><Relationship Id="rId21" Type="http://schemas.openxmlformats.org/officeDocument/2006/relationships/font" Target="fonts/PoppinsMedium-bold.fntdata"/><Relationship Id="rId24" Type="http://schemas.openxmlformats.org/officeDocument/2006/relationships/font" Target="fonts/PoppinsExtraBold-bold.fntdata"/><Relationship Id="rId23" Type="http://schemas.openxmlformats.org/officeDocument/2006/relationships/font" Target="fonts/PoppinsMedium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PoppinsExtra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bold.fntdata"/><Relationship Id="rId16" Type="http://schemas.openxmlformats.org/officeDocument/2006/relationships/font" Target="fonts/Poppins-regular.fntdata"/><Relationship Id="rId19" Type="http://schemas.openxmlformats.org/officeDocument/2006/relationships/font" Target="fonts/Poppins-boldItalic.fntdata"/><Relationship Id="rId18" Type="http://schemas.openxmlformats.org/officeDocument/2006/relationships/font" Target="fonts/Poppins-italic.fntdata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7-23T03:15:39.797">
    <p:pos x="1707" y="954"/>
    <p:text>@billkevin121@gmail.com ini sudah saya revisi, biar lebih jelas
_Assigned to you_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8ed5590cd_0_65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b8ed5590cd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9f37be06a_0_2:notes"/>
          <p:cNvSpPr/>
          <p:nvPr>
            <p:ph idx="2" type="sldImg"/>
          </p:nvPr>
        </p:nvSpPr>
        <p:spPr>
          <a:xfrm>
            <a:off x="381300" y="685800"/>
            <a:ext cx="60960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b9f37be06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351b411a3_0_33:notes"/>
          <p:cNvSpPr/>
          <p:nvPr>
            <p:ph idx="2" type="sldImg"/>
          </p:nvPr>
        </p:nvSpPr>
        <p:spPr>
          <a:xfrm>
            <a:off x="381300" y="685800"/>
            <a:ext cx="60960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351b411a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82f7d4d4a_0_14:notes"/>
          <p:cNvSpPr/>
          <p:nvPr>
            <p:ph idx="2" type="sldImg"/>
          </p:nvPr>
        </p:nvSpPr>
        <p:spPr>
          <a:xfrm>
            <a:off x="381300" y="685800"/>
            <a:ext cx="60960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82f7d4d4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2fedc8533_0_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f2fedc853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2fedc8533_0_8:notes"/>
          <p:cNvSpPr/>
          <p:nvPr>
            <p:ph idx="2" type="sldImg"/>
          </p:nvPr>
        </p:nvSpPr>
        <p:spPr>
          <a:xfrm>
            <a:off x="381300" y="685800"/>
            <a:ext cx="60960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f2fedc853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82e6d354a_0_0:notes"/>
          <p:cNvSpPr/>
          <p:nvPr>
            <p:ph idx="2" type="sldImg"/>
          </p:nvPr>
        </p:nvSpPr>
        <p:spPr>
          <a:xfrm>
            <a:off x="381300" y="685800"/>
            <a:ext cx="60960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f82e6d35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0fae53d4c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f0fae53d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0fae53d4c_0_4:notes"/>
          <p:cNvSpPr/>
          <p:nvPr>
            <p:ph idx="2" type="sldImg"/>
          </p:nvPr>
        </p:nvSpPr>
        <p:spPr>
          <a:xfrm>
            <a:off x="381300" y="685800"/>
            <a:ext cx="60960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f0fae53d4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0fae53d4c_0_30:notes"/>
          <p:cNvSpPr/>
          <p:nvPr>
            <p:ph idx="2" type="sldImg"/>
          </p:nvPr>
        </p:nvSpPr>
        <p:spPr>
          <a:xfrm>
            <a:off x="381300" y="685800"/>
            <a:ext cx="60960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f0fae53d4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 b="0" l="1019" r="1028" t="0"/>
          <a:stretch/>
        </p:blipFill>
        <p:spPr>
          <a:xfrm>
            <a:off x="229375" y="217000"/>
            <a:ext cx="227477" cy="21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16" name="Google Shape;16;p3"/>
          <p:cNvPicPr preferRelativeResize="0"/>
          <p:nvPr/>
        </p:nvPicPr>
        <p:blipFill rotWithShape="1">
          <a:blip r:embed="rId2">
            <a:alphaModFix/>
          </a:blip>
          <a:srcRect b="0" l="1019" r="1028" t="0"/>
          <a:stretch/>
        </p:blipFill>
        <p:spPr>
          <a:xfrm>
            <a:off x="229375" y="217000"/>
            <a:ext cx="227477" cy="21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20" name="Google Shape;20;p4"/>
          <p:cNvPicPr preferRelativeResize="0"/>
          <p:nvPr/>
        </p:nvPicPr>
        <p:blipFill rotWithShape="1">
          <a:blip r:embed="rId2">
            <a:alphaModFix/>
          </a:blip>
          <a:srcRect b="0" l="1019" r="1028" t="0"/>
          <a:stretch/>
        </p:blipFill>
        <p:spPr>
          <a:xfrm>
            <a:off x="229375" y="217000"/>
            <a:ext cx="227477" cy="21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id="25" name="Google Shape;25;p5"/>
          <p:cNvPicPr preferRelativeResize="0"/>
          <p:nvPr/>
        </p:nvPicPr>
        <p:blipFill rotWithShape="1">
          <a:blip r:embed="rId2">
            <a:alphaModFix/>
          </a:blip>
          <a:srcRect b="0" l="1019" r="1028" t="0"/>
          <a:stretch/>
        </p:blipFill>
        <p:spPr>
          <a:xfrm>
            <a:off x="229375" y="217000"/>
            <a:ext cx="227477" cy="21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" name="Google Shape;28;p6"/>
          <p:cNvPicPr preferRelativeResize="0"/>
          <p:nvPr/>
        </p:nvPicPr>
        <p:blipFill rotWithShape="1">
          <a:blip r:embed="rId2">
            <a:alphaModFix/>
          </a:blip>
          <a:srcRect b="0" l="1019" r="1028" t="0"/>
          <a:stretch/>
        </p:blipFill>
        <p:spPr>
          <a:xfrm>
            <a:off x="229375" y="217000"/>
            <a:ext cx="227477" cy="21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 b="0" l="1019" r="1028" t="0"/>
          <a:stretch/>
        </p:blipFill>
        <p:spPr>
          <a:xfrm>
            <a:off x="229375" y="217000"/>
            <a:ext cx="227477" cy="21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35" name="Google Shape;35;p8"/>
          <p:cNvPicPr preferRelativeResize="0"/>
          <p:nvPr/>
        </p:nvPicPr>
        <p:blipFill rotWithShape="1">
          <a:blip r:embed="rId2">
            <a:alphaModFix/>
          </a:blip>
          <a:srcRect b="0" l="1019" r="1028" t="0"/>
          <a:stretch/>
        </p:blipFill>
        <p:spPr>
          <a:xfrm>
            <a:off x="229375" y="217000"/>
            <a:ext cx="227477" cy="21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41" name="Google Shape;41;p9"/>
          <p:cNvPicPr preferRelativeResize="0"/>
          <p:nvPr/>
        </p:nvPicPr>
        <p:blipFill rotWithShape="1">
          <a:blip r:embed="rId2">
            <a:alphaModFix/>
          </a:blip>
          <a:srcRect b="0" l="1019" r="1028" t="0"/>
          <a:stretch/>
        </p:blipFill>
        <p:spPr>
          <a:xfrm>
            <a:off x="229375" y="217000"/>
            <a:ext cx="227477" cy="21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Subtitle and 4 Mockups">
  <p:cSld name="CUSTOM_3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type="title"/>
          </p:nvPr>
        </p:nvSpPr>
        <p:spPr>
          <a:xfrm>
            <a:off x="1004325" y="445025"/>
            <a:ext cx="713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" name="Google Shape;44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04324" y="1599853"/>
            <a:ext cx="1391851" cy="2942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18824" y="1599853"/>
            <a:ext cx="1391851" cy="2942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33324" y="1599853"/>
            <a:ext cx="1391851" cy="2942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47824" y="1599853"/>
            <a:ext cx="1391851" cy="2942046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0"/>
          <p:cNvSpPr/>
          <p:nvPr>
            <p:ph idx="2" type="pic"/>
          </p:nvPr>
        </p:nvSpPr>
        <p:spPr>
          <a:xfrm>
            <a:off x="2974075" y="1759475"/>
            <a:ext cx="1283100" cy="2648100"/>
          </a:xfrm>
          <a:prstGeom prst="roundRect">
            <a:avLst>
              <a:gd fmla="val 7905" name="adj"/>
            </a:avLst>
          </a:prstGeom>
          <a:noFill/>
          <a:ln>
            <a:noFill/>
          </a:ln>
        </p:spPr>
      </p:sp>
      <p:sp>
        <p:nvSpPr>
          <p:cNvPr id="49" name="Google Shape;49;p10"/>
          <p:cNvSpPr/>
          <p:nvPr>
            <p:ph idx="3" type="pic"/>
          </p:nvPr>
        </p:nvSpPr>
        <p:spPr>
          <a:xfrm>
            <a:off x="4887700" y="1759475"/>
            <a:ext cx="1283100" cy="2648100"/>
          </a:xfrm>
          <a:prstGeom prst="roundRect">
            <a:avLst>
              <a:gd fmla="val 7905" name="adj"/>
            </a:avLst>
          </a:prstGeom>
          <a:noFill/>
          <a:ln>
            <a:noFill/>
          </a:ln>
        </p:spPr>
      </p:sp>
      <p:sp>
        <p:nvSpPr>
          <p:cNvPr id="50" name="Google Shape;50;p10"/>
          <p:cNvSpPr/>
          <p:nvPr>
            <p:ph idx="4" type="pic"/>
          </p:nvPr>
        </p:nvSpPr>
        <p:spPr>
          <a:xfrm>
            <a:off x="6802200" y="1759475"/>
            <a:ext cx="1283100" cy="2648100"/>
          </a:xfrm>
          <a:prstGeom prst="roundRect">
            <a:avLst>
              <a:gd fmla="val 7905" name="adj"/>
            </a:avLst>
          </a:prstGeom>
          <a:noFill/>
          <a:ln>
            <a:noFill/>
          </a:ln>
        </p:spPr>
      </p:sp>
      <p:sp>
        <p:nvSpPr>
          <p:cNvPr id="51" name="Google Shape;51;p10"/>
          <p:cNvSpPr/>
          <p:nvPr>
            <p:ph idx="5" type="pic"/>
          </p:nvPr>
        </p:nvSpPr>
        <p:spPr>
          <a:xfrm>
            <a:off x="1058700" y="1759475"/>
            <a:ext cx="1283100" cy="2648100"/>
          </a:xfrm>
          <a:prstGeom prst="roundRect">
            <a:avLst>
              <a:gd fmla="val 7905" name="adj"/>
            </a:avLst>
          </a:prstGeom>
          <a:noFill/>
          <a:ln>
            <a:noFill/>
          </a:ln>
        </p:spPr>
      </p:sp>
      <p:sp>
        <p:nvSpPr>
          <p:cNvPr id="52" name="Google Shape;52;p10"/>
          <p:cNvSpPr txBox="1"/>
          <p:nvPr>
            <p:ph idx="1" type="subTitle"/>
          </p:nvPr>
        </p:nvSpPr>
        <p:spPr>
          <a:xfrm>
            <a:off x="1004325" y="1063975"/>
            <a:ext cx="7135500" cy="3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10"/>
          <p:cNvPicPr preferRelativeResize="0"/>
          <p:nvPr/>
        </p:nvPicPr>
        <p:blipFill rotWithShape="1">
          <a:blip r:embed="rId3">
            <a:alphaModFix/>
          </a:blip>
          <a:srcRect b="0" l="0" r="75123" t="0"/>
          <a:stretch/>
        </p:blipFill>
        <p:spPr>
          <a:xfrm>
            <a:off x="229375" y="217000"/>
            <a:ext cx="227476" cy="21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Subtitle and 3 Mockups">
  <p:cSld name="CUSTOM_3_1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1004325" y="445025"/>
            <a:ext cx="713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" name="Google Shape;56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61574" y="1599853"/>
            <a:ext cx="1391851" cy="2942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76074" y="1599853"/>
            <a:ext cx="1391851" cy="2942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90574" y="1599853"/>
            <a:ext cx="1391851" cy="2942046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1"/>
          <p:cNvSpPr/>
          <p:nvPr>
            <p:ph idx="2" type="pic"/>
          </p:nvPr>
        </p:nvSpPr>
        <p:spPr>
          <a:xfrm>
            <a:off x="3931325" y="1759475"/>
            <a:ext cx="1283100" cy="2648100"/>
          </a:xfrm>
          <a:prstGeom prst="roundRect">
            <a:avLst>
              <a:gd fmla="val 7905" name="adj"/>
            </a:avLst>
          </a:prstGeom>
          <a:noFill/>
          <a:ln>
            <a:noFill/>
          </a:ln>
        </p:spPr>
      </p:sp>
      <p:sp>
        <p:nvSpPr>
          <p:cNvPr id="60" name="Google Shape;60;p11"/>
          <p:cNvSpPr/>
          <p:nvPr>
            <p:ph idx="3" type="pic"/>
          </p:nvPr>
        </p:nvSpPr>
        <p:spPr>
          <a:xfrm>
            <a:off x="5844950" y="1759475"/>
            <a:ext cx="1283100" cy="2648100"/>
          </a:xfrm>
          <a:prstGeom prst="roundRect">
            <a:avLst>
              <a:gd fmla="val 7905" name="adj"/>
            </a:avLst>
          </a:prstGeom>
          <a:noFill/>
          <a:ln>
            <a:noFill/>
          </a:ln>
        </p:spPr>
      </p:sp>
      <p:sp>
        <p:nvSpPr>
          <p:cNvPr id="61" name="Google Shape;61;p11"/>
          <p:cNvSpPr/>
          <p:nvPr>
            <p:ph idx="4" type="pic"/>
          </p:nvPr>
        </p:nvSpPr>
        <p:spPr>
          <a:xfrm>
            <a:off x="2015950" y="1759475"/>
            <a:ext cx="1283100" cy="2648100"/>
          </a:xfrm>
          <a:prstGeom prst="roundRect">
            <a:avLst>
              <a:gd fmla="val 7905" name="adj"/>
            </a:avLst>
          </a:prstGeom>
          <a:noFill/>
          <a:ln>
            <a:noFill/>
          </a:ln>
        </p:spPr>
      </p:sp>
      <p:sp>
        <p:nvSpPr>
          <p:cNvPr id="62" name="Google Shape;62;p11"/>
          <p:cNvSpPr txBox="1"/>
          <p:nvPr>
            <p:ph idx="1" type="subTitle"/>
          </p:nvPr>
        </p:nvSpPr>
        <p:spPr>
          <a:xfrm>
            <a:off x="1004325" y="1063975"/>
            <a:ext cx="7135500" cy="3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3" name="Google Shape;63;p11"/>
          <p:cNvPicPr preferRelativeResize="0"/>
          <p:nvPr/>
        </p:nvPicPr>
        <p:blipFill rotWithShape="1">
          <a:blip r:embed="rId3">
            <a:alphaModFix/>
          </a:blip>
          <a:srcRect b="0" l="0" r="75123" t="0"/>
          <a:stretch/>
        </p:blipFill>
        <p:spPr>
          <a:xfrm>
            <a:off x="229375" y="217000"/>
            <a:ext cx="227476" cy="21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Subtitle and 2 Mockups ">
  <p:cSld name="CUSTOM_3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type="title"/>
          </p:nvPr>
        </p:nvSpPr>
        <p:spPr>
          <a:xfrm>
            <a:off x="1004325" y="445025"/>
            <a:ext cx="713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6" name="Google Shape;66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18899" y="1599853"/>
            <a:ext cx="1391851" cy="2942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33399" y="1599853"/>
            <a:ext cx="1391851" cy="294204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2"/>
          <p:cNvSpPr/>
          <p:nvPr>
            <p:ph idx="2" type="pic"/>
          </p:nvPr>
        </p:nvSpPr>
        <p:spPr>
          <a:xfrm>
            <a:off x="4888650" y="1759475"/>
            <a:ext cx="1283100" cy="2648100"/>
          </a:xfrm>
          <a:prstGeom prst="roundRect">
            <a:avLst>
              <a:gd fmla="val 7905" name="adj"/>
            </a:avLst>
          </a:prstGeom>
          <a:noFill/>
          <a:ln>
            <a:noFill/>
          </a:ln>
        </p:spPr>
      </p:sp>
      <p:sp>
        <p:nvSpPr>
          <p:cNvPr id="69" name="Google Shape;69;p12"/>
          <p:cNvSpPr/>
          <p:nvPr>
            <p:ph idx="3" type="pic"/>
          </p:nvPr>
        </p:nvSpPr>
        <p:spPr>
          <a:xfrm>
            <a:off x="2973275" y="1759475"/>
            <a:ext cx="1283100" cy="2648100"/>
          </a:xfrm>
          <a:prstGeom prst="roundRect">
            <a:avLst>
              <a:gd fmla="val 7905" name="adj"/>
            </a:avLst>
          </a:prstGeom>
          <a:noFill/>
          <a:ln>
            <a:noFill/>
          </a:ln>
        </p:spPr>
      </p:sp>
      <p:sp>
        <p:nvSpPr>
          <p:cNvPr id="70" name="Google Shape;70;p12"/>
          <p:cNvSpPr txBox="1"/>
          <p:nvPr>
            <p:ph idx="1" type="subTitle"/>
          </p:nvPr>
        </p:nvSpPr>
        <p:spPr>
          <a:xfrm>
            <a:off x="1004325" y="1063975"/>
            <a:ext cx="7135500" cy="3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1" name="Google Shape;71;p12"/>
          <p:cNvPicPr preferRelativeResize="0"/>
          <p:nvPr/>
        </p:nvPicPr>
        <p:blipFill rotWithShape="1">
          <a:blip r:embed="rId3">
            <a:alphaModFix/>
          </a:blip>
          <a:srcRect b="0" l="0" r="75123" t="0"/>
          <a:stretch/>
        </p:blipFill>
        <p:spPr>
          <a:xfrm>
            <a:off x="229375" y="217000"/>
            <a:ext cx="227476" cy="21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Subtitle and 5 Mockups">
  <p:cSld name="CAPTION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3"/>
          <p:cNvPicPr preferRelativeResize="0"/>
          <p:nvPr/>
        </p:nvPicPr>
        <p:blipFill rotWithShape="1">
          <a:blip r:embed="rId2">
            <a:alphaModFix/>
          </a:blip>
          <a:srcRect b="0" l="1019" r="1028" t="0"/>
          <a:stretch/>
        </p:blipFill>
        <p:spPr>
          <a:xfrm>
            <a:off x="229375" y="217000"/>
            <a:ext cx="227477" cy="21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3"/>
          <p:cNvSpPr txBox="1"/>
          <p:nvPr>
            <p:ph type="title"/>
          </p:nvPr>
        </p:nvSpPr>
        <p:spPr>
          <a:xfrm>
            <a:off x="735275" y="445025"/>
            <a:ext cx="767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5" name="Google Shape;7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274" y="1599853"/>
            <a:ext cx="1391851" cy="2942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5674" y="1599853"/>
            <a:ext cx="1391851" cy="2942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6074" y="1599853"/>
            <a:ext cx="1391851" cy="2942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6474" y="1599853"/>
            <a:ext cx="1391851" cy="2942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6874" y="1599853"/>
            <a:ext cx="1391851" cy="294204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3"/>
          <p:cNvSpPr/>
          <p:nvPr>
            <p:ph idx="2" type="pic"/>
          </p:nvPr>
        </p:nvSpPr>
        <p:spPr>
          <a:xfrm>
            <a:off x="2360925" y="1759475"/>
            <a:ext cx="1283100" cy="2648100"/>
          </a:xfrm>
          <a:prstGeom prst="roundRect">
            <a:avLst>
              <a:gd fmla="val 7905" name="adj"/>
            </a:avLst>
          </a:prstGeom>
          <a:noFill/>
          <a:ln>
            <a:noFill/>
          </a:ln>
        </p:spPr>
      </p:sp>
      <p:sp>
        <p:nvSpPr>
          <p:cNvPr id="81" name="Google Shape;81;p13"/>
          <p:cNvSpPr/>
          <p:nvPr>
            <p:ph idx="3" type="pic"/>
          </p:nvPr>
        </p:nvSpPr>
        <p:spPr>
          <a:xfrm>
            <a:off x="3930450" y="1759475"/>
            <a:ext cx="1283100" cy="2648100"/>
          </a:xfrm>
          <a:prstGeom prst="roundRect">
            <a:avLst>
              <a:gd fmla="val 7905" name="adj"/>
            </a:avLst>
          </a:prstGeom>
          <a:noFill/>
          <a:ln>
            <a:noFill/>
          </a:ln>
        </p:spPr>
      </p:sp>
      <p:sp>
        <p:nvSpPr>
          <p:cNvPr id="82" name="Google Shape;82;p13"/>
          <p:cNvSpPr/>
          <p:nvPr>
            <p:ph idx="4" type="pic"/>
          </p:nvPr>
        </p:nvSpPr>
        <p:spPr>
          <a:xfrm>
            <a:off x="5500850" y="1759475"/>
            <a:ext cx="1283100" cy="2648100"/>
          </a:xfrm>
          <a:prstGeom prst="roundRect">
            <a:avLst>
              <a:gd fmla="val 7905" name="adj"/>
            </a:avLst>
          </a:prstGeom>
          <a:noFill/>
          <a:ln>
            <a:noFill/>
          </a:ln>
        </p:spPr>
      </p:sp>
      <p:sp>
        <p:nvSpPr>
          <p:cNvPr id="83" name="Google Shape;83;p13"/>
          <p:cNvSpPr/>
          <p:nvPr>
            <p:ph idx="5" type="pic"/>
          </p:nvPr>
        </p:nvSpPr>
        <p:spPr>
          <a:xfrm>
            <a:off x="7071250" y="1759475"/>
            <a:ext cx="1283100" cy="2648100"/>
          </a:xfrm>
          <a:prstGeom prst="roundRect">
            <a:avLst>
              <a:gd fmla="val 7905" name="adj"/>
            </a:avLst>
          </a:prstGeom>
          <a:noFill/>
          <a:ln>
            <a:noFill/>
          </a:ln>
        </p:spPr>
      </p:sp>
      <p:sp>
        <p:nvSpPr>
          <p:cNvPr id="84" name="Google Shape;84;p13"/>
          <p:cNvSpPr/>
          <p:nvPr>
            <p:ph idx="6" type="pic"/>
          </p:nvPr>
        </p:nvSpPr>
        <p:spPr>
          <a:xfrm>
            <a:off x="789650" y="1759475"/>
            <a:ext cx="1283100" cy="2648100"/>
          </a:xfrm>
          <a:prstGeom prst="roundRect">
            <a:avLst>
              <a:gd fmla="val 7905" name="adj"/>
            </a:avLst>
          </a:prstGeom>
          <a:noFill/>
          <a:ln>
            <a:noFill/>
          </a:ln>
        </p:spPr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004325" y="1063975"/>
            <a:ext cx="7135500" cy="3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Subtitle and 4 Mockups">
  <p:cSld name="CAPTION_ONLY_2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4"/>
          <p:cNvPicPr preferRelativeResize="0"/>
          <p:nvPr/>
        </p:nvPicPr>
        <p:blipFill rotWithShape="1">
          <a:blip r:embed="rId2">
            <a:alphaModFix/>
          </a:blip>
          <a:srcRect b="0" l="1019" r="1028" t="0"/>
          <a:stretch/>
        </p:blipFill>
        <p:spPr>
          <a:xfrm>
            <a:off x="229375" y="217000"/>
            <a:ext cx="227477" cy="21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4"/>
          <p:cNvSpPr txBox="1"/>
          <p:nvPr>
            <p:ph type="title"/>
          </p:nvPr>
        </p:nvSpPr>
        <p:spPr>
          <a:xfrm>
            <a:off x="735275" y="445025"/>
            <a:ext cx="767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" type="subTitle"/>
          </p:nvPr>
        </p:nvSpPr>
        <p:spPr>
          <a:xfrm>
            <a:off x="1004325" y="1063975"/>
            <a:ext cx="7135500" cy="3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4324" y="1599853"/>
            <a:ext cx="1391851" cy="2942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8824" y="1599853"/>
            <a:ext cx="1391851" cy="2942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3324" y="1599853"/>
            <a:ext cx="1391851" cy="2942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7824" y="1599853"/>
            <a:ext cx="1391851" cy="294204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>
            <p:ph idx="2" type="pic"/>
          </p:nvPr>
        </p:nvSpPr>
        <p:spPr>
          <a:xfrm>
            <a:off x="2974075" y="1759475"/>
            <a:ext cx="1283100" cy="2648100"/>
          </a:xfrm>
          <a:prstGeom prst="roundRect">
            <a:avLst>
              <a:gd fmla="val 7905" name="adj"/>
            </a:avLst>
          </a:prstGeom>
          <a:noFill/>
          <a:ln>
            <a:noFill/>
          </a:ln>
        </p:spPr>
      </p:sp>
      <p:sp>
        <p:nvSpPr>
          <p:cNvPr id="95" name="Google Shape;95;p14"/>
          <p:cNvSpPr/>
          <p:nvPr>
            <p:ph idx="3" type="pic"/>
          </p:nvPr>
        </p:nvSpPr>
        <p:spPr>
          <a:xfrm>
            <a:off x="4887700" y="1759475"/>
            <a:ext cx="1283100" cy="2648100"/>
          </a:xfrm>
          <a:prstGeom prst="roundRect">
            <a:avLst>
              <a:gd fmla="val 7905" name="adj"/>
            </a:avLst>
          </a:prstGeom>
          <a:noFill/>
          <a:ln>
            <a:noFill/>
          </a:ln>
        </p:spPr>
      </p:sp>
      <p:sp>
        <p:nvSpPr>
          <p:cNvPr id="96" name="Google Shape;96;p14"/>
          <p:cNvSpPr/>
          <p:nvPr>
            <p:ph idx="4" type="pic"/>
          </p:nvPr>
        </p:nvSpPr>
        <p:spPr>
          <a:xfrm>
            <a:off x="6802200" y="1759475"/>
            <a:ext cx="1283100" cy="2648100"/>
          </a:xfrm>
          <a:prstGeom prst="roundRect">
            <a:avLst>
              <a:gd fmla="val 7905" name="adj"/>
            </a:avLst>
          </a:prstGeom>
          <a:noFill/>
          <a:ln>
            <a:noFill/>
          </a:ln>
        </p:spPr>
      </p:sp>
      <p:sp>
        <p:nvSpPr>
          <p:cNvPr id="97" name="Google Shape;97;p14"/>
          <p:cNvSpPr/>
          <p:nvPr>
            <p:ph idx="5" type="pic"/>
          </p:nvPr>
        </p:nvSpPr>
        <p:spPr>
          <a:xfrm>
            <a:off x="1058700" y="1759475"/>
            <a:ext cx="1283100" cy="2648100"/>
          </a:xfrm>
          <a:prstGeom prst="roundRect">
            <a:avLst>
              <a:gd fmla="val 7905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Subtitle and 3 Mockups">
  <p:cSld name="CAPTION_ONLY_2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/>
          <p:cNvPicPr preferRelativeResize="0"/>
          <p:nvPr/>
        </p:nvPicPr>
        <p:blipFill rotWithShape="1">
          <a:blip r:embed="rId2">
            <a:alphaModFix/>
          </a:blip>
          <a:srcRect b="0" l="1019" r="1028" t="0"/>
          <a:stretch/>
        </p:blipFill>
        <p:spPr>
          <a:xfrm>
            <a:off x="229375" y="217000"/>
            <a:ext cx="227477" cy="21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>
            <p:ph type="title"/>
          </p:nvPr>
        </p:nvSpPr>
        <p:spPr>
          <a:xfrm>
            <a:off x="735275" y="445025"/>
            <a:ext cx="767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" name="Google Shape;101;p15"/>
          <p:cNvSpPr txBox="1"/>
          <p:nvPr>
            <p:ph idx="1" type="subTitle"/>
          </p:nvPr>
        </p:nvSpPr>
        <p:spPr>
          <a:xfrm>
            <a:off x="1004325" y="1063975"/>
            <a:ext cx="7135500" cy="3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1574" y="1599853"/>
            <a:ext cx="1391851" cy="2942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6074" y="1599853"/>
            <a:ext cx="1391851" cy="2942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0574" y="1599853"/>
            <a:ext cx="1391851" cy="294204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/>
          <p:nvPr>
            <p:ph idx="2" type="pic"/>
          </p:nvPr>
        </p:nvSpPr>
        <p:spPr>
          <a:xfrm>
            <a:off x="3931325" y="1759475"/>
            <a:ext cx="1283100" cy="2648100"/>
          </a:xfrm>
          <a:prstGeom prst="roundRect">
            <a:avLst>
              <a:gd fmla="val 7905" name="adj"/>
            </a:avLst>
          </a:prstGeom>
          <a:noFill/>
          <a:ln>
            <a:noFill/>
          </a:ln>
        </p:spPr>
      </p:sp>
      <p:sp>
        <p:nvSpPr>
          <p:cNvPr id="106" name="Google Shape;106;p15"/>
          <p:cNvSpPr/>
          <p:nvPr>
            <p:ph idx="3" type="pic"/>
          </p:nvPr>
        </p:nvSpPr>
        <p:spPr>
          <a:xfrm>
            <a:off x="5844950" y="1759475"/>
            <a:ext cx="1283100" cy="2648100"/>
          </a:xfrm>
          <a:prstGeom prst="roundRect">
            <a:avLst>
              <a:gd fmla="val 7905" name="adj"/>
            </a:avLst>
          </a:prstGeom>
          <a:noFill/>
          <a:ln>
            <a:noFill/>
          </a:ln>
        </p:spPr>
      </p:sp>
      <p:sp>
        <p:nvSpPr>
          <p:cNvPr id="107" name="Google Shape;107;p15"/>
          <p:cNvSpPr/>
          <p:nvPr>
            <p:ph idx="4" type="pic"/>
          </p:nvPr>
        </p:nvSpPr>
        <p:spPr>
          <a:xfrm>
            <a:off x="2015950" y="1759475"/>
            <a:ext cx="1283100" cy="2648100"/>
          </a:xfrm>
          <a:prstGeom prst="roundRect">
            <a:avLst>
              <a:gd fmla="val 7905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Subtitle and 2 Mockups">
  <p:cSld name="CAPTION_ONLY_2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6"/>
          <p:cNvPicPr preferRelativeResize="0"/>
          <p:nvPr/>
        </p:nvPicPr>
        <p:blipFill rotWithShape="1">
          <a:blip r:embed="rId2">
            <a:alphaModFix/>
          </a:blip>
          <a:srcRect b="0" l="1019" r="1028" t="0"/>
          <a:stretch/>
        </p:blipFill>
        <p:spPr>
          <a:xfrm>
            <a:off x="229375" y="217000"/>
            <a:ext cx="227477" cy="21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/>
          <p:nvPr>
            <p:ph type="title"/>
          </p:nvPr>
        </p:nvSpPr>
        <p:spPr>
          <a:xfrm>
            <a:off x="735275" y="445025"/>
            <a:ext cx="767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" name="Google Shape;111;p16"/>
          <p:cNvSpPr txBox="1"/>
          <p:nvPr>
            <p:ph idx="1" type="subTitle"/>
          </p:nvPr>
        </p:nvSpPr>
        <p:spPr>
          <a:xfrm>
            <a:off x="1004325" y="1063975"/>
            <a:ext cx="7135500" cy="3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8899" y="1599853"/>
            <a:ext cx="1391851" cy="2942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3399" y="1599853"/>
            <a:ext cx="1391851" cy="294204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/>
          <p:nvPr>
            <p:ph idx="2" type="pic"/>
          </p:nvPr>
        </p:nvSpPr>
        <p:spPr>
          <a:xfrm>
            <a:off x="4888650" y="1759475"/>
            <a:ext cx="1283100" cy="2648100"/>
          </a:xfrm>
          <a:prstGeom prst="roundRect">
            <a:avLst>
              <a:gd fmla="val 7905" name="adj"/>
            </a:avLst>
          </a:prstGeom>
          <a:noFill/>
          <a:ln>
            <a:noFill/>
          </a:ln>
        </p:spPr>
      </p:sp>
      <p:sp>
        <p:nvSpPr>
          <p:cNvPr id="115" name="Google Shape;115;p16"/>
          <p:cNvSpPr/>
          <p:nvPr>
            <p:ph idx="3" type="pic"/>
          </p:nvPr>
        </p:nvSpPr>
        <p:spPr>
          <a:xfrm>
            <a:off x="2973275" y="1759475"/>
            <a:ext cx="1283100" cy="2648100"/>
          </a:xfrm>
          <a:prstGeom prst="roundRect">
            <a:avLst>
              <a:gd fmla="val 7905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APTION_ONLY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pic>
        <p:nvPicPr>
          <p:cNvPr id="118" name="Google Shape;118;p17"/>
          <p:cNvPicPr preferRelativeResize="0"/>
          <p:nvPr/>
        </p:nvPicPr>
        <p:blipFill rotWithShape="1">
          <a:blip r:embed="rId2">
            <a:alphaModFix/>
          </a:blip>
          <a:srcRect b="0" l="1019" r="1028" t="0"/>
          <a:stretch/>
        </p:blipFill>
        <p:spPr>
          <a:xfrm>
            <a:off x="229375" y="217000"/>
            <a:ext cx="227477" cy="21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122" name="Google Shape;122;p18"/>
          <p:cNvPicPr preferRelativeResize="0"/>
          <p:nvPr/>
        </p:nvPicPr>
        <p:blipFill rotWithShape="1">
          <a:blip r:embed="rId2">
            <a:alphaModFix/>
          </a:blip>
          <a:srcRect b="0" l="1019" r="1028" t="0"/>
          <a:stretch/>
        </p:blipFill>
        <p:spPr>
          <a:xfrm>
            <a:off x="229375" y="217000"/>
            <a:ext cx="227477" cy="21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With Icon &amp; Trademark" type="blank">
  <p:cSld name="BLANK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9"/>
          <p:cNvPicPr preferRelativeResize="0"/>
          <p:nvPr/>
        </p:nvPicPr>
        <p:blipFill rotWithShape="1">
          <a:blip r:embed="rId2">
            <a:alphaModFix/>
          </a:blip>
          <a:srcRect b="0" l="1019" r="1028" t="0"/>
          <a:stretch/>
        </p:blipFill>
        <p:spPr>
          <a:xfrm>
            <a:off x="229375" y="217000"/>
            <a:ext cx="227477" cy="21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Icon Only">
  <p:cSld name="BLANK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0"/>
          <p:cNvPicPr preferRelativeResize="0"/>
          <p:nvPr/>
        </p:nvPicPr>
        <p:blipFill rotWithShape="1">
          <a:blip r:embed="rId2">
            <a:alphaModFix/>
          </a:blip>
          <a:srcRect b="0" l="1019" r="1028" t="0"/>
          <a:stretch/>
        </p:blipFill>
        <p:spPr>
          <a:xfrm>
            <a:off x="229375" y="217000"/>
            <a:ext cx="227477" cy="21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0"/>
          <p:cNvSpPr/>
          <p:nvPr/>
        </p:nvSpPr>
        <p:spPr>
          <a:xfrm>
            <a:off x="7931950" y="4793450"/>
            <a:ext cx="1095300" cy="21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" name="Google Shape;128;p20"/>
          <p:cNvSpPr/>
          <p:nvPr/>
        </p:nvSpPr>
        <p:spPr>
          <a:xfrm>
            <a:off x="7598575" y="150000"/>
            <a:ext cx="1428600" cy="21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Trademark Only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Background only">
  <p:cSld name="Blank_2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/>
          <p:nvPr/>
        </p:nvSpPr>
        <p:spPr>
          <a:xfrm>
            <a:off x="7931950" y="4793450"/>
            <a:ext cx="1095300" cy="21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2" name="Google Shape;132;p22"/>
          <p:cNvSpPr/>
          <p:nvPr/>
        </p:nvSpPr>
        <p:spPr>
          <a:xfrm>
            <a:off x="7598575" y="150000"/>
            <a:ext cx="1428600" cy="21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">
  <p:cSld name="Blank_1">
    <p:bg>
      <p:bgPr>
        <a:solidFill>
          <a:srgbClr val="1E1E23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/>
          <p:nvPr/>
        </p:nvSpPr>
        <p:spPr>
          <a:xfrm>
            <a:off x="7598575" y="150000"/>
            <a:ext cx="1428600" cy="21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5" name="Google Shape;135;p23"/>
          <p:cNvPicPr preferRelativeResize="0"/>
          <p:nvPr/>
        </p:nvPicPr>
        <p:blipFill rotWithShape="1">
          <a:blip r:embed="rId2">
            <a:alphaModFix/>
          </a:blip>
          <a:srcRect b="0" l="0" r="84194" t="0"/>
          <a:stretch/>
        </p:blipFill>
        <p:spPr>
          <a:xfrm>
            <a:off x="0" y="4258250"/>
            <a:ext cx="1454725" cy="88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3"/>
          <p:cNvPicPr preferRelativeResize="0"/>
          <p:nvPr/>
        </p:nvPicPr>
        <p:blipFill rotWithShape="1">
          <a:blip r:embed="rId2">
            <a:alphaModFix/>
          </a:blip>
          <a:srcRect b="0" l="56567" r="27833" t="0"/>
          <a:stretch/>
        </p:blipFill>
        <p:spPr>
          <a:xfrm>
            <a:off x="7689275" y="0"/>
            <a:ext cx="1454725" cy="897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500" y="217150"/>
            <a:ext cx="944275" cy="2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3"/>
          <p:cNvSpPr txBox="1"/>
          <p:nvPr>
            <p:ph type="title"/>
          </p:nvPr>
        </p:nvSpPr>
        <p:spPr>
          <a:xfrm>
            <a:off x="1522075" y="1785700"/>
            <a:ext cx="2713200" cy="8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23"/>
          <p:cNvSpPr/>
          <p:nvPr/>
        </p:nvSpPr>
        <p:spPr>
          <a:xfrm>
            <a:off x="7598575" y="4775550"/>
            <a:ext cx="1428600" cy="21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Blank_1_1">
    <p:bg>
      <p:bgPr>
        <a:solidFill>
          <a:schemeClr val="lt2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/>
          <p:nvPr/>
        </p:nvSpPr>
        <p:spPr>
          <a:xfrm>
            <a:off x="7598575" y="150000"/>
            <a:ext cx="1428600" cy="21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2" name="Google Shape;142;p24"/>
          <p:cNvSpPr txBox="1"/>
          <p:nvPr>
            <p:ph type="title"/>
          </p:nvPr>
        </p:nvSpPr>
        <p:spPr>
          <a:xfrm>
            <a:off x="664375" y="1785700"/>
            <a:ext cx="3919800" cy="8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b="1" sz="3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b="1" sz="3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b="1" sz="3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b="1" sz="3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b="1" sz="3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b="1" sz="3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b="1" sz="3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b="1" sz="3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b="1" sz="3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" name="Google Shape;143;p24"/>
          <p:cNvSpPr/>
          <p:nvPr/>
        </p:nvSpPr>
        <p:spPr>
          <a:xfrm>
            <a:off x="7598575" y="4775550"/>
            <a:ext cx="1428600" cy="21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p24"/>
          <p:cNvSpPr txBox="1"/>
          <p:nvPr>
            <p:ph idx="1" type="subTitle"/>
          </p:nvPr>
        </p:nvSpPr>
        <p:spPr>
          <a:xfrm>
            <a:off x="664375" y="3142050"/>
            <a:ext cx="4617900" cy="6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5" name="Google Shape;145;p24"/>
          <p:cNvPicPr preferRelativeResize="0"/>
          <p:nvPr/>
        </p:nvPicPr>
        <p:blipFill rotWithShape="1">
          <a:blip r:embed="rId2">
            <a:alphaModFix/>
          </a:blip>
          <a:srcRect b="0" l="0" r="73389" t="0"/>
          <a:stretch/>
        </p:blipFill>
        <p:spPr>
          <a:xfrm>
            <a:off x="226500" y="217150"/>
            <a:ext cx="251275" cy="2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  <a:defRPr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7782300" y="120193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i="0" lang="en" sz="600" u="none" cap="none" strike="noStrike">
                <a:solidFill>
                  <a:srgbClr val="5F636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Proprietary + Confidential</a:t>
            </a:r>
            <a:endParaRPr i="0" sz="600" u="none" cap="none" strike="noStrike">
              <a:solidFill>
                <a:srgbClr val="5F6368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" name="Google Shape;9;p1"/>
          <p:cNvSpPr txBox="1"/>
          <p:nvPr/>
        </p:nvSpPr>
        <p:spPr>
          <a:xfrm>
            <a:off x="7789950" y="4756750"/>
            <a:ext cx="11940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5F6368"/>
                </a:solidFill>
                <a:latin typeface="Poppins"/>
                <a:ea typeface="Poppins"/>
                <a:cs typeface="Poppins"/>
                <a:sym typeface="Poppins"/>
              </a:rPr>
              <a:t>business.grivy.com</a:t>
            </a:r>
            <a:endParaRPr sz="500">
              <a:solidFill>
                <a:srgbClr val="5F636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hyperlink" Target="https://drive.google.com/drive/folders/1zYYSVD7zCtxc3AYo3-6BUxPqjguStMSw?usp=sharing" TargetMode="External"/><Relationship Id="rId5" Type="http://schemas.openxmlformats.org/officeDocument/2006/relationships/image" Target="../media/image8.jpg"/><Relationship Id="rId6" Type="http://schemas.openxmlformats.org/officeDocument/2006/relationships/image" Target="../media/image10.jpg"/><Relationship Id="rId7" Type="http://schemas.openxmlformats.org/officeDocument/2006/relationships/image" Target="../media/image2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8.jpg"/><Relationship Id="rId5" Type="http://schemas.openxmlformats.org/officeDocument/2006/relationships/image" Target="../media/image8.jpg"/><Relationship Id="rId6" Type="http://schemas.openxmlformats.org/officeDocument/2006/relationships/image" Target="../media/image11.jpg"/><Relationship Id="rId7" Type="http://schemas.openxmlformats.org/officeDocument/2006/relationships/image" Target="../media/image1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5.jpg"/><Relationship Id="rId5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1.xml"/><Relationship Id="rId4" Type="http://schemas.openxmlformats.org/officeDocument/2006/relationships/image" Target="../media/image6.png"/><Relationship Id="rId5" Type="http://schemas.openxmlformats.org/officeDocument/2006/relationships/image" Target="../media/image1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7.jpg"/><Relationship Id="rId5" Type="http://schemas.openxmlformats.org/officeDocument/2006/relationships/image" Target="../media/image8.jpg"/><Relationship Id="rId6" Type="http://schemas.openxmlformats.org/officeDocument/2006/relationships/hyperlink" Target="https://drive.google.com/file/d/1xwNIU9qlIVp573jmuM8a1gYLDG9grGpg/view?usp=drive_link" TargetMode="External"/><Relationship Id="rId7" Type="http://schemas.openxmlformats.org/officeDocument/2006/relationships/image" Target="../media/image1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jpg"/><Relationship Id="rId4" Type="http://schemas.openxmlformats.org/officeDocument/2006/relationships/image" Target="../media/image6.png"/><Relationship Id="rId9" Type="http://schemas.openxmlformats.org/officeDocument/2006/relationships/hyperlink" Target="https://drive.google.com/file/d/1mxpbifpcK5KEP-MxXGZo2nM844bnqmz5/view?usp=drive_link" TargetMode="External"/><Relationship Id="rId5" Type="http://schemas.openxmlformats.org/officeDocument/2006/relationships/hyperlink" Target="https://drive.google.com/file/d/1KfpbuT7OIvupvttkJHsigzCbKq02sDVY/view?usp=drive_link" TargetMode="External"/><Relationship Id="rId6" Type="http://schemas.openxmlformats.org/officeDocument/2006/relationships/hyperlink" Target="https://drive.google.com/file/d/11N1ZorHNoevc4wxb4IVjSUXGqgNgc3PL/view?usp=drive_link" TargetMode="External"/><Relationship Id="rId7" Type="http://schemas.openxmlformats.org/officeDocument/2006/relationships/hyperlink" Target="https://drive.google.com/file/d/10I5s1CT9eDCtRU28z9mOO8CN2p3TNSrr/view?usp=drive_link" TargetMode="External"/><Relationship Id="rId8" Type="http://schemas.openxmlformats.org/officeDocument/2006/relationships/hyperlink" Target="https://drive.google.com/file/d/1RGR95ueNbyusXD9cxtowDFEf57jIvHqQ/view?usp=drive_link" TargetMode="External"/><Relationship Id="rId11" Type="http://schemas.openxmlformats.org/officeDocument/2006/relationships/hyperlink" Target="https://drive.google.com/file/d/1RGR95ueNbyusXD9cxtowDFEf57jIvHqQ/view?usp=drive_link" TargetMode="External"/><Relationship Id="rId10" Type="http://schemas.openxmlformats.org/officeDocument/2006/relationships/hyperlink" Target="https://drive.google.com/file/d/1mdQslIpYJ9lZqIBGY-j9-6Pcr3xZAaif/view?usp=drive_link" TargetMode="External"/><Relationship Id="rId13" Type="http://schemas.openxmlformats.org/officeDocument/2006/relationships/hyperlink" Target="https://drive.google.com/file/d/1LjhqJmUHs2EC-fwXvK_A-Jst1fe7Ier0/view?usp=sharing" TargetMode="External"/><Relationship Id="rId12" Type="http://schemas.openxmlformats.org/officeDocument/2006/relationships/hyperlink" Target="https://drive.google.com/file/d/1WYr7zMtSs9_-OEVMOefRauEBvecTbpFq/view?usp=drive_link" TargetMode="External"/><Relationship Id="rId15" Type="http://schemas.openxmlformats.org/officeDocument/2006/relationships/hyperlink" Target="https://drive.google.com/file/d/16aivctRHcQo45hc9dmuhr6XfH49TCAzL/view?usp=drive_link" TargetMode="External"/><Relationship Id="rId14" Type="http://schemas.openxmlformats.org/officeDocument/2006/relationships/hyperlink" Target="https://drive.google.com/file/d/14YTDM2EjvUPygRSHVh4HRXAbi1EWhCsz/view?usp=drive_link" TargetMode="External"/><Relationship Id="rId16" Type="http://schemas.openxmlformats.org/officeDocument/2006/relationships/hyperlink" Target="https://drive.google.com/file/d/1ZEy7T6iRWsVJ2PWYLe-ZjRq0q6Gx3wo3/view?usp=drive_link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>
            <p:ph type="title"/>
          </p:nvPr>
        </p:nvSpPr>
        <p:spPr>
          <a:xfrm>
            <a:off x="2068800" y="2135065"/>
            <a:ext cx="50064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FANTA Horror Game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/>
          <p:nvPr/>
        </p:nvSpPr>
        <p:spPr>
          <a:xfrm>
            <a:off x="2919675" y="1182698"/>
            <a:ext cx="4945800" cy="3662400"/>
          </a:xfrm>
          <a:prstGeom prst="roundRect">
            <a:avLst>
              <a:gd fmla="val 8002" name="adj"/>
            </a:avLst>
          </a:prstGeom>
          <a:solidFill>
            <a:schemeClr val="lt1"/>
          </a:solidFill>
          <a:ln cap="flat" cmpd="sng" w="9525">
            <a:solidFill>
              <a:schemeClr val="accent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7" name="Google Shape;15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4646" y="872040"/>
            <a:ext cx="50358" cy="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7"/>
          <p:cNvSpPr txBox="1"/>
          <p:nvPr/>
        </p:nvSpPr>
        <p:spPr>
          <a:xfrm>
            <a:off x="1915950" y="327277"/>
            <a:ext cx="5312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Journey - Web based</a:t>
            </a:r>
            <a:endParaRPr b="1"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9" name="Google Shape;159;p27"/>
          <p:cNvSpPr txBox="1"/>
          <p:nvPr/>
        </p:nvSpPr>
        <p:spPr>
          <a:xfrm>
            <a:off x="1724525" y="850475"/>
            <a:ext cx="5789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Assets: </a:t>
            </a:r>
            <a:r>
              <a:rPr lang="en" sz="800" u="sng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https://drive.google.com/drive/folders/1zYYSVD7zCtxc3AYo3-6BUxPqjguStMSw?usp=sharing</a:t>
            </a:r>
            <a:endParaRPr sz="8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60" name="Google Shape;160;p27"/>
          <p:cNvSpPr txBox="1"/>
          <p:nvPr/>
        </p:nvSpPr>
        <p:spPr>
          <a:xfrm>
            <a:off x="1431475" y="4246450"/>
            <a:ext cx="12771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E1E2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Choose “Upload Receipt to Get Voucher”</a:t>
            </a:r>
            <a:endParaRPr sz="800">
              <a:solidFill>
                <a:srgbClr val="1E1E23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61" name="Google Shape;161;p27"/>
          <p:cNvSpPr txBox="1"/>
          <p:nvPr/>
        </p:nvSpPr>
        <p:spPr>
          <a:xfrm>
            <a:off x="3084392" y="4254200"/>
            <a:ext cx="13899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E1E2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Prize Options</a:t>
            </a:r>
            <a:endParaRPr sz="800">
              <a:solidFill>
                <a:srgbClr val="1E1E23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E1E2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“Choose Your Voucher”</a:t>
            </a:r>
            <a:endParaRPr sz="800">
              <a:solidFill>
                <a:srgbClr val="1E1E23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62" name="Google Shape;162;p27"/>
          <p:cNvSpPr txBox="1"/>
          <p:nvPr/>
        </p:nvSpPr>
        <p:spPr>
          <a:xfrm>
            <a:off x="4697617" y="4254200"/>
            <a:ext cx="13899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E1E2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Prize Options </a:t>
            </a:r>
            <a:r>
              <a:rPr b="1" lang="en" sz="8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if quota runs out (</a:t>
            </a:r>
            <a:r>
              <a:rPr b="1" lang="en" sz="8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can't</a:t>
            </a:r>
            <a:r>
              <a:rPr b="1" lang="en" sz="8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 be clicked)</a:t>
            </a:r>
            <a:endParaRPr b="1" sz="8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3" name="Google Shape;163;p27" title="Fanta-Horor-LP Game.jpg"/>
          <p:cNvPicPr preferRelativeResize="0"/>
          <p:nvPr/>
        </p:nvPicPr>
        <p:blipFill rotWithShape="1">
          <a:blip r:embed="rId5">
            <a:alphaModFix/>
          </a:blip>
          <a:srcRect b="2571" l="0" r="0" t="2571"/>
          <a:stretch/>
        </p:blipFill>
        <p:spPr>
          <a:xfrm>
            <a:off x="1372975" y="1309075"/>
            <a:ext cx="1394100" cy="2865900"/>
          </a:xfrm>
          <a:prstGeom prst="roundRect">
            <a:avLst>
              <a:gd fmla="val 8140" name="adj"/>
            </a:avLst>
          </a:prstGeom>
          <a:noFill/>
          <a:ln cap="flat" cmpd="sng" w="9525">
            <a:solidFill>
              <a:srgbClr val="00B987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4" name="Google Shape;164;p27" title="Fanta-Horor-Select options1.jpg"/>
          <p:cNvPicPr preferRelativeResize="0"/>
          <p:nvPr/>
        </p:nvPicPr>
        <p:blipFill rotWithShape="1">
          <a:blip r:embed="rId6">
            <a:alphaModFix/>
          </a:blip>
          <a:srcRect b="2571" l="0" r="0" t="2571"/>
          <a:stretch/>
        </p:blipFill>
        <p:spPr>
          <a:xfrm>
            <a:off x="3082292" y="1316825"/>
            <a:ext cx="1394100" cy="2865900"/>
          </a:xfrm>
          <a:prstGeom prst="roundRect">
            <a:avLst>
              <a:gd fmla="val 8140" name="adj"/>
            </a:avLst>
          </a:prstGeom>
          <a:noFill/>
          <a:ln cap="flat" cmpd="sng" w="9525">
            <a:solidFill>
              <a:srgbClr val="00B987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5" name="Google Shape;165;p27" title="Fanta-Horor-Select options-HABIS.jpg"/>
          <p:cNvPicPr preferRelativeResize="0"/>
          <p:nvPr/>
        </p:nvPicPr>
        <p:blipFill rotWithShape="1">
          <a:blip r:embed="rId7">
            <a:alphaModFix/>
          </a:blip>
          <a:srcRect b="2571" l="0" r="0" t="2571"/>
          <a:stretch/>
        </p:blipFill>
        <p:spPr>
          <a:xfrm>
            <a:off x="4695517" y="1316825"/>
            <a:ext cx="1394100" cy="2865900"/>
          </a:xfrm>
          <a:prstGeom prst="roundRect">
            <a:avLst>
              <a:gd fmla="val 8140" name="adj"/>
            </a:avLst>
          </a:prstGeom>
          <a:noFill/>
          <a:ln cap="flat" cmpd="sng" w="9525">
            <a:solidFill>
              <a:srgbClr val="00B987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6" name="Google Shape;166;p27"/>
          <p:cNvSpPr txBox="1"/>
          <p:nvPr/>
        </p:nvSpPr>
        <p:spPr>
          <a:xfrm>
            <a:off x="6141875" y="2220750"/>
            <a:ext cx="1389900" cy="12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E1E23"/>
                </a:solidFill>
                <a:latin typeface="Poppins"/>
                <a:ea typeface="Poppins"/>
                <a:cs typeface="Poppins"/>
                <a:sym typeface="Poppins"/>
              </a:rPr>
              <a:t>Masih belum fix mau 3 atau 4 opsi, setiap opsi akan menuju link campaign</a:t>
            </a:r>
            <a:endParaRPr b="1" sz="800">
              <a:solidFill>
                <a:srgbClr val="1E1E2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1E1E2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E1E23"/>
                </a:solidFill>
                <a:latin typeface="Poppins"/>
                <a:ea typeface="Poppins"/>
                <a:cs typeface="Poppins"/>
                <a:sym typeface="Poppins"/>
              </a:rPr>
              <a:t>track jumlah landing events </a:t>
            </a:r>
            <a:endParaRPr b="1" sz="800">
              <a:solidFill>
                <a:srgbClr val="1E1E2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4646" y="872040"/>
            <a:ext cx="50358" cy="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8"/>
          <p:cNvSpPr txBox="1"/>
          <p:nvPr/>
        </p:nvSpPr>
        <p:spPr>
          <a:xfrm>
            <a:off x="1915950" y="327277"/>
            <a:ext cx="5312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Journey</a:t>
            </a:r>
            <a:endParaRPr b="1"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3" name="Google Shape;173;p28"/>
          <p:cNvSpPr txBox="1"/>
          <p:nvPr/>
        </p:nvSpPr>
        <p:spPr>
          <a:xfrm>
            <a:off x="1915950" y="850475"/>
            <a:ext cx="531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Game (web based)</a:t>
            </a:r>
            <a:endParaRPr sz="8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74" name="Google Shape;174;p28" title="Fanta-Horor-Game.jpg"/>
          <p:cNvPicPr preferRelativeResize="0"/>
          <p:nvPr/>
        </p:nvPicPr>
        <p:blipFill rotWithShape="1">
          <a:blip r:embed="rId4">
            <a:alphaModFix/>
          </a:blip>
          <a:srcRect b="3254" l="0" r="0" t="3254"/>
          <a:stretch/>
        </p:blipFill>
        <p:spPr>
          <a:xfrm>
            <a:off x="3088740" y="1262900"/>
            <a:ext cx="1414500" cy="2865900"/>
          </a:xfrm>
          <a:prstGeom prst="roundRect">
            <a:avLst>
              <a:gd fmla="val 7358" name="adj"/>
            </a:avLst>
          </a:prstGeom>
          <a:noFill/>
          <a:ln cap="flat" cmpd="sng" w="9525">
            <a:solidFill>
              <a:srgbClr val="00B987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5" name="Google Shape;175;p28"/>
          <p:cNvSpPr txBox="1"/>
          <p:nvPr/>
        </p:nvSpPr>
        <p:spPr>
          <a:xfrm>
            <a:off x="3098948" y="4227100"/>
            <a:ext cx="13938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E1E2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Play Game</a:t>
            </a:r>
            <a:endParaRPr sz="800">
              <a:solidFill>
                <a:srgbClr val="1E1E23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76" name="Google Shape;176;p28" title="Fanta-Horor-LP Game.jpg"/>
          <p:cNvPicPr preferRelativeResize="0"/>
          <p:nvPr/>
        </p:nvPicPr>
        <p:blipFill rotWithShape="1">
          <a:blip r:embed="rId5">
            <a:alphaModFix/>
          </a:blip>
          <a:srcRect b="2571" l="0" r="0" t="2571"/>
          <a:stretch/>
        </p:blipFill>
        <p:spPr>
          <a:xfrm>
            <a:off x="1484919" y="1262904"/>
            <a:ext cx="1394100" cy="2865900"/>
          </a:xfrm>
          <a:prstGeom prst="roundRect">
            <a:avLst>
              <a:gd fmla="val 8140" name="adj"/>
            </a:avLst>
          </a:prstGeom>
          <a:noFill/>
          <a:ln cap="flat" cmpd="sng" w="9525">
            <a:solidFill>
              <a:srgbClr val="00B987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7" name="Google Shape;177;p28"/>
          <p:cNvSpPr txBox="1"/>
          <p:nvPr/>
        </p:nvSpPr>
        <p:spPr>
          <a:xfrm>
            <a:off x="1484925" y="4227100"/>
            <a:ext cx="13938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7F7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1E1E2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Choose Play Game</a:t>
            </a:r>
            <a:endParaRPr sz="800">
              <a:solidFill>
                <a:srgbClr val="1E1E23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78" name="Google Shape;178;p28"/>
          <p:cNvSpPr txBox="1"/>
          <p:nvPr/>
        </p:nvSpPr>
        <p:spPr>
          <a:xfrm>
            <a:off x="6347395" y="4230288"/>
            <a:ext cx="13938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E1E2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Winner page</a:t>
            </a:r>
            <a:endParaRPr sz="800">
              <a:solidFill>
                <a:srgbClr val="1E1E23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79" name="Google Shape;179;p28" title="Fanta-Horor-Winner.jpg"/>
          <p:cNvPicPr preferRelativeResize="0"/>
          <p:nvPr/>
        </p:nvPicPr>
        <p:blipFill rotWithShape="1">
          <a:blip r:embed="rId6">
            <a:alphaModFix/>
          </a:blip>
          <a:srcRect b="3254" l="0" r="0" t="3254"/>
          <a:stretch/>
        </p:blipFill>
        <p:spPr>
          <a:xfrm>
            <a:off x="6337182" y="1262900"/>
            <a:ext cx="1414500" cy="2865900"/>
          </a:xfrm>
          <a:prstGeom prst="roundRect">
            <a:avLst>
              <a:gd fmla="val 7358" name="adj"/>
            </a:avLst>
          </a:prstGeom>
          <a:noFill/>
          <a:ln cap="flat" cmpd="sng" w="9525">
            <a:solidFill>
              <a:srgbClr val="00B987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0" name="Google Shape;180;p28"/>
          <p:cNvSpPr txBox="1"/>
          <p:nvPr/>
        </p:nvSpPr>
        <p:spPr>
          <a:xfrm>
            <a:off x="4723172" y="4228694"/>
            <a:ext cx="13938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E1E2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Lose page</a:t>
            </a:r>
            <a:endParaRPr sz="800">
              <a:solidFill>
                <a:srgbClr val="1E1E23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81" name="Google Shape;181;p28" title="Fanta-Horor-Lose.jpg"/>
          <p:cNvPicPr preferRelativeResize="0"/>
          <p:nvPr/>
        </p:nvPicPr>
        <p:blipFill rotWithShape="1">
          <a:blip r:embed="rId7">
            <a:alphaModFix/>
          </a:blip>
          <a:srcRect b="3254" l="0" r="0" t="3254"/>
          <a:stretch/>
        </p:blipFill>
        <p:spPr>
          <a:xfrm>
            <a:off x="4712961" y="1258875"/>
            <a:ext cx="1414500" cy="2865900"/>
          </a:xfrm>
          <a:prstGeom prst="roundRect">
            <a:avLst>
              <a:gd fmla="val 7358" name="adj"/>
            </a:avLst>
          </a:prstGeom>
          <a:noFill/>
          <a:ln cap="flat" cmpd="sng" w="9525">
            <a:solidFill>
              <a:srgbClr val="00B987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4646" y="872040"/>
            <a:ext cx="50358" cy="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9"/>
          <p:cNvSpPr txBox="1"/>
          <p:nvPr/>
        </p:nvSpPr>
        <p:spPr>
          <a:xfrm>
            <a:off x="1915950" y="327277"/>
            <a:ext cx="5312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Journey</a:t>
            </a:r>
            <a:endParaRPr b="1"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" name="Google Shape;188;p29"/>
          <p:cNvSpPr txBox="1"/>
          <p:nvPr/>
        </p:nvSpPr>
        <p:spPr>
          <a:xfrm>
            <a:off x="1915950" y="850475"/>
            <a:ext cx="531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if quota runs out (can't be clicked)</a:t>
            </a:r>
            <a:endParaRPr sz="8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89" name="Google Shape;189;p29"/>
          <p:cNvSpPr txBox="1"/>
          <p:nvPr/>
        </p:nvSpPr>
        <p:spPr>
          <a:xfrm>
            <a:off x="4687083" y="4230288"/>
            <a:ext cx="13938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E1E2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Winner page</a:t>
            </a:r>
            <a:endParaRPr sz="800">
              <a:solidFill>
                <a:srgbClr val="1E1E23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90" name="Google Shape;190;p29" title="Fanta-Horor-Winner-HABIS.jpg"/>
          <p:cNvPicPr preferRelativeResize="0"/>
          <p:nvPr/>
        </p:nvPicPr>
        <p:blipFill rotWithShape="1">
          <a:blip r:embed="rId4">
            <a:alphaModFix/>
          </a:blip>
          <a:srcRect b="3254" l="0" r="0" t="3254"/>
          <a:stretch/>
        </p:blipFill>
        <p:spPr>
          <a:xfrm>
            <a:off x="4676869" y="1262900"/>
            <a:ext cx="1414500" cy="2865900"/>
          </a:xfrm>
          <a:prstGeom prst="roundRect">
            <a:avLst>
              <a:gd fmla="val 7358" name="adj"/>
            </a:avLst>
          </a:prstGeom>
          <a:noFill/>
          <a:ln cap="flat" cmpd="sng" w="9525">
            <a:solidFill>
              <a:srgbClr val="00B987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1" name="Google Shape;191;p29"/>
          <p:cNvSpPr txBox="1"/>
          <p:nvPr/>
        </p:nvSpPr>
        <p:spPr>
          <a:xfrm>
            <a:off x="3062859" y="4228694"/>
            <a:ext cx="13938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E1E2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Lose page</a:t>
            </a:r>
            <a:endParaRPr sz="800">
              <a:solidFill>
                <a:srgbClr val="1E1E23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92" name="Google Shape;192;p29" title="Fanta-Horor-Lose-Voucher habis.jpg"/>
          <p:cNvPicPr preferRelativeResize="0"/>
          <p:nvPr/>
        </p:nvPicPr>
        <p:blipFill rotWithShape="1">
          <a:blip r:embed="rId5">
            <a:alphaModFix/>
          </a:blip>
          <a:srcRect b="3254" l="0" r="0" t="3254"/>
          <a:stretch/>
        </p:blipFill>
        <p:spPr>
          <a:xfrm>
            <a:off x="3052648" y="1258875"/>
            <a:ext cx="1414500" cy="2865900"/>
          </a:xfrm>
          <a:prstGeom prst="roundRect">
            <a:avLst>
              <a:gd fmla="val 7358" name="adj"/>
            </a:avLst>
          </a:prstGeom>
          <a:noFill/>
          <a:ln cap="flat" cmpd="sng" w="9525">
            <a:solidFill>
              <a:srgbClr val="00B987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93" name="Google Shape;193;p29"/>
          <p:cNvCxnSpPr/>
          <p:nvPr/>
        </p:nvCxnSpPr>
        <p:spPr>
          <a:xfrm rot="10800000">
            <a:off x="2698725" y="3572625"/>
            <a:ext cx="520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4" name="Google Shape;194;p29"/>
          <p:cNvSpPr txBox="1"/>
          <p:nvPr/>
        </p:nvSpPr>
        <p:spPr>
          <a:xfrm>
            <a:off x="1160025" y="3399690"/>
            <a:ext cx="153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Share ke sosmed, </a:t>
            </a:r>
            <a:r>
              <a:rPr lang="en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Asset</a:t>
            </a:r>
            <a:r>
              <a:rPr lang="en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menyusul</a:t>
            </a:r>
            <a:endParaRPr sz="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/>
          <p:nvPr>
            <p:ph type="title"/>
          </p:nvPr>
        </p:nvSpPr>
        <p:spPr>
          <a:xfrm>
            <a:off x="2068800" y="2135065"/>
            <a:ext cx="50064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Game Mechanism</a:t>
            </a:r>
            <a:r>
              <a:rPr lang="en" sz="36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4646" y="872040"/>
            <a:ext cx="50358" cy="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1"/>
          <p:cNvSpPr txBox="1"/>
          <p:nvPr/>
        </p:nvSpPr>
        <p:spPr>
          <a:xfrm>
            <a:off x="1915950" y="327277"/>
            <a:ext cx="5312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to play</a:t>
            </a:r>
            <a:endParaRPr b="1"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6" name="Google Shape;206;p31"/>
          <p:cNvSpPr txBox="1"/>
          <p:nvPr/>
        </p:nvSpPr>
        <p:spPr>
          <a:xfrm>
            <a:off x="1038158" y="1231196"/>
            <a:ext cx="7239900" cy="26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1. LIHAT KUBURANNYA</a:t>
            </a:r>
            <a:endParaRPr sz="1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Botol Fanta segar akan muncul secara acak dari salah satu kuburan. Segera ketuk (tap) botolnya secepat mungkin untuk mempertahankan nyawamu.</a:t>
            </a:r>
            <a:endParaRPr sz="1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2. GEBUK TANGAN JAILNYA!</a:t>
            </a:r>
            <a:endParaRPr sz="1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Awas! Tangan pucat Suzzanna akan ikut keluar dari dalam kuburan untuk mencuri Fantamu. Segera ketuk berkali-kali (tap) tangan Suzzanna sebelum dia berhasil membawa kabur botol tersebut.</a:t>
            </a:r>
            <a:endParaRPr sz="1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3. AMANKAN NYAWAMU</a:t>
            </a:r>
            <a:endParaRPr sz="1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Kamu memiliki 5 nyawa yang digambarkan sebagai botol Fanta di bagian atas layar. Setiap kali Suzzanna berhasil mencuri Fanta, nyawamu akan berkurang 1.</a:t>
            </a:r>
            <a:endParaRPr sz="1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4. BERTAHAN 30 DETIK</a:t>
            </a:r>
            <a:endParaRPr sz="1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Pertahankan stok Fantamu! Jika kamu bisa bertahan selama 30 detik dengan minimal 1 sisa botol Fanta di health-bar, kamu menang dan Fanta aman dari gentayangan!</a:t>
            </a:r>
            <a:endParaRPr sz="1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4646" y="872040"/>
            <a:ext cx="50358" cy="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2"/>
          <p:cNvSpPr txBox="1"/>
          <p:nvPr/>
        </p:nvSpPr>
        <p:spPr>
          <a:xfrm>
            <a:off x="1915950" y="327277"/>
            <a:ext cx="5312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Mechanism</a:t>
            </a:r>
            <a:endParaRPr b="1"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3" name="Google Shape;213;p32"/>
          <p:cNvSpPr txBox="1"/>
          <p:nvPr/>
        </p:nvSpPr>
        <p:spPr>
          <a:xfrm>
            <a:off x="2710925" y="1515325"/>
            <a:ext cx="5567100" cy="26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 Medium"/>
              <a:buChar char="-"/>
            </a:pP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Botol keluar secara acak, bisa langsung 3 atau 4</a:t>
            </a:r>
            <a:endParaRPr sz="1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 Medium"/>
              <a:buChar char="-"/>
            </a:pP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User harus tap botol untuk menyelamatkan botol </a:t>
            </a:r>
            <a:endParaRPr sz="1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 Medium"/>
              <a:buChar char="-"/>
            </a:pP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Tapi kalau ada tangan Suzzana, user harus tap berkali kali untuk mengusir tangan suzzana</a:t>
            </a:r>
            <a:endParaRPr sz="1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 Medium"/>
              <a:buChar char="-"/>
            </a:pP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Kalau behasil dibawa oleh Suzzana, botol menjadi beku dan masuk kedalam kubur, nyawa berkurang 1</a:t>
            </a: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endParaRPr sz="1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 Medium"/>
              <a:buChar char="-"/>
            </a:pP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Jika tangan Suzzana berhasil diusir (dengan cara tap berkali kali) maka tangan Suzzana akan masuk kedalam kubur lagi, botol Fanta berhasil diambil user</a:t>
            </a:r>
            <a:endParaRPr sz="1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 Medium"/>
              <a:buChar char="-"/>
            </a:pP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Botol yang berhasil diambil user, akan hilang</a:t>
            </a:r>
            <a:endParaRPr sz="1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14" name="Google Shape;214;p32" title="Fanta-Horor-Game.jpg"/>
          <p:cNvPicPr preferRelativeResize="0"/>
          <p:nvPr/>
        </p:nvPicPr>
        <p:blipFill rotWithShape="1">
          <a:blip r:embed="rId5">
            <a:alphaModFix/>
          </a:blip>
          <a:srcRect b="2562" l="0" r="0" t="2562"/>
          <a:stretch/>
        </p:blipFill>
        <p:spPr>
          <a:xfrm>
            <a:off x="942206" y="1422930"/>
            <a:ext cx="1393800" cy="2865900"/>
          </a:xfrm>
          <a:prstGeom prst="roundRect">
            <a:avLst>
              <a:gd fmla="val 7921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3"/>
          <p:cNvSpPr txBox="1"/>
          <p:nvPr>
            <p:ph type="title"/>
          </p:nvPr>
        </p:nvSpPr>
        <p:spPr>
          <a:xfrm>
            <a:off x="2068800" y="2135065"/>
            <a:ext cx="50064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Sound effect</a:t>
            </a:r>
            <a:r>
              <a:rPr lang="en" sz="36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4646" y="872040"/>
            <a:ext cx="50358" cy="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4"/>
          <p:cNvSpPr txBox="1"/>
          <p:nvPr/>
        </p:nvSpPr>
        <p:spPr>
          <a:xfrm>
            <a:off x="1915950" y="327277"/>
            <a:ext cx="5312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Sound</a:t>
            </a:r>
            <a:endParaRPr b="1"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6" name="Google Shape;226;p34" title="Fanta-Horor-Select options-HABIS.jpg"/>
          <p:cNvPicPr preferRelativeResize="0"/>
          <p:nvPr/>
        </p:nvPicPr>
        <p:blipFill rotWithShape="1">
          <a:blip r:embed="rId4">
            <a:alphaModFix/>
          </a:blip>
          <a:srcRect b="2562" l="0" r="0" t="2562"/>
          <a:stretch/>
        </p:blipFill>
        <p:spPr>
          <a:xfrm>
            <a:off x="3875106" y="1422930"/>
            <a:ext cx="1393800" cy="2865900"/>
          </a:xfrm>
          <a:prstGeom prst="roundRect">
            <a:avLst>
              <a:gd fmla="val 7921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7" name="Google Shape;227;p34" title="Fanta-Horor-LP Game.jpg"/>
          <p:cNvPicPr preferRelativeResize="0"/>
          <p:nvPr/>
        </p:nvPicPr>
        <p:blipFill rotWithShape="1">
          <a:blip r:embed="rId5">
            <a:alphaModFix/>
          </a:blip>
          <a:srcRect b="2562" l="0" r="0" t="2562"/>
          <a:stretch/>
        </p:blipFill>
        <p:spPr>
          <a:xfrm>
            <a:off x="936906" y="1422930"/>
            <a:ext cx="1393800" cy="2865900"/>
          </a:xfrm>
          <a:prstGeom prst="roundRect">
            <a:avLst>
              <a:gd fmla="val 7921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8" name="Google Shape;228;p34"/>
          <p:cNvSpPr txBox="1"/>
          <p:nvPr/>
        </p:nvSpPr>
        <p:spPr>
          <a:xfrm>
            <a:off x="3154800" y="779600"/>
            <a:ext cx="2834400" cy="5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Button: Clicked Button mystery</a:t>
            </a:r>
            <a:endParaRPr sz="8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29" name="Google Shape;229;p34" title="Fanta-Horor-How to play.jpg"/>
          <p:cNvPicPr preferRelativeResize="0"/>
          <p:nvPr/>
        </p:nvPicPr>
        <p:blipFill rotWithShape="1">
          <a:blip r:embed="rId7">
            <a:alphaModFix/>
          </a:blip>
          <a:srcRect b="2562" l="0" r="0" t="2562"/>
          <a:stretch/>
        </p:blipFill>
        <p:spPr>
          <a:xfrm>
            <a:off x="6813306" y="1422930"/>
            <a:ext cx="1393800" cy="2865900"/>
          </a:xfrm>
          <a:prstGeom prst="roundRect">
            <a:avLst>
              <a:gd fmla="val 7921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35" title="Fanta-Horor-Game.jpg"/>
          <p:cNvPicPr preferRelativeResize="0"/>
          <p:nvPr/>
        </p:nvPicPr>
        <p:blipFill rotWithShape="1">
          <a:blip r:embed="rId3">
            <a:alphaModFix/>
          </a:blip>
          <a:srcRect b="2562" l="0" r="0" t="2562"/>
          <a:stretch/>
        </p:blipFill>
        <p:spPr>
          <a:xfrm>
            <a:off x="936906" y="1422930"/>
            <a:ext cx="1393800" cy="2865900"/>
          </a:xfrm>
          <a:prstGeom prst="roundRect">
            <a:avLst>
              <a:gd fmla="val 7921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5" name="Google Shape;23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4646" y="872040"/>
            <a:ext cx="50358" cy="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5"/>
          <p:cNvSpPr txBox="1"/>
          <p:nvPr/>
        </p:nvSpPr>
        <p:spPr>
          <a:xfrm>
            <a:off x="1915950" y="327277"/>
            <a:ext cx="5312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Sound</a:t>
            </a:r>
            <a:endParaRPr b="1"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7" name="Google Shape;237;p35"/>
          <p:cNvSpPr txBox="1"/>
          <p:nvPr/>
        </p:nvSpPr>
        <p:spPr>
          <a:xfrm>
            <a:off x="2772625" y="1345450"/>
            <a:ext cx="5312100" cy="3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Backsound dari awal LP sampai akhir (termasuk TY): </a:t>
            </a:r>
            <a:r>
              <a:rPr lang="en" sz="1000" u="sng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Dark Ambiance</a:t>
            </a: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(cut 5 detik pertama)</a:t>
            </a:r>
            <a:b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Saat permainan berlangsung tambahkan: </a:t>
            </a:r>
            <a:r>
              <a:rPr lang="en" sz="1000" u="sng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Night Ambience</a:t>
            </a: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diselingi</a:t>
            </a: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dengan </a:t>
            </a:r>
            <a:r>
              <a:rPr lang="en" sz="1000" u="sng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Horror stinger</a:t>
            </a:r>
            <a:endParaRPr sz="10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Botol keluar dari tanah: </a:t>
            </a:r>
            <a:r>
              <a:rPr lang="en" sz="1000" u="sng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Rocks Cracks</a:t>
            </a:r>
            <a:endParaRPr sz="10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Tap: </a:t>
            </a:r>
            <a:r>
              <a:rPr lang="en" sz="1000" u="sng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Punch</a:t>
            </a:r>
            <a:endParaRPr sz="10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Tangan Suzzana keluar: </a:t>
            </a:r>
            <a:r>
              <a:rPr lang="en" sz="1000" u="sng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Witch laugh</a:t>
            </a: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dengan </a:t>
            </a:r>
            <a:r>
              <a:rPr lang="en" sz="1000" u="sng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Rocks Cracks</a:t>
            </a:r>
            <a:endParaRPr sz="1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Kalau FANTA berhasil diambil Suzzana: </a:t>
            </a:r>
            <a:r>
              <a:rPr lang="en" sz="1000" u="sng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Ice</a:t>
            </a:r>
            <a:endParaRPr sz="10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Kalau user berhasil mempertahankan FANTA: </a:t>
            </a:r>
            <a:r>
              <a:rPr lang="en" sz="1000" u="sng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Female scream</a:t>
            </a:r>
            <a:endParaRPr sz="10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Game over: </a:t>
            </a:r>
            <a:r>
              <a:rPr lang="en" sz="1000" u="sng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Magic midnight game over</a:t>
            </a:r>
            <a:endParaRPr sz="10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Win: </a:t>
            </a:r>
            <a:r>
              <a:rPr lang="en" sz="1000" u="sng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Dark tragic piano</a:t>
            </a:r>
            <a:endParaRPr sz="10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5 detik terakhir: </a:t>
            </a:r>
            <a:r>
              <a:rPr lang="en" sz="1000" u="sng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Rising Creepy Horror Countdown Clock</a:t>
            </a:r>
            <a:r>
              <a:rPr lang="en" sz="1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(pakai 7 detik terakhir)</a:t>
            </a:r>
            <a:endParaRPr sz="10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Referensi: </a:t>
            </a:r>
            <a:r>
              <a:rPr lang="en" sz="1000" u="sng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https://drive.google.com/file/d/1KwkHHw7HiqDneSDATxUeqBRIQfpfB2V6/view?usp=drive_link</a:t>
            </a:r>
            <a:endParaRPr sz="1000" u="sng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rivy 2024">
  <a:themeElements>
    <a:clrScheme name="Simple Light">
      <a:dk1>
        <a:srgbClr val="1E1E23"/>
      </a:dk1>
      <a:lt1>
        <a:srgbClr val="F8F8F8"/>
      </a:lt1>
      <a:dk2>
        <a:srgbClr val="6B6B71"/>
      </a:dk2>
      <a:lt2>
        <a:srgbClr val="4A29A8"/>
      </a:lt2>
      <a:accent1>
        <a:srgbClr val="00B987"/>
      </a:accent1>
      <a:accent2>
        <a:srgbClr val="CC4040"/>
      </a:accent2>
      <a:accent3>
        <a:srgbClr val="17B3BF"/>
      </a:accent3>
      <a:accent4>
        <a:srgbClr val="F5B225"/>
      </a:accent4>
      <a:accent5>
        <a:srgbClr val="E6E6E7"/>
      </a:accent5>
      <a:accent6>
        <a:srgbClr val="C1C1C4"/>
      </a:accent6>
      <a:hlink>
        <a:srgbClr val="9C9CA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